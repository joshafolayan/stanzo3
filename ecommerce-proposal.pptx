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571500"/>
            <a:ext cx="53629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9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E-Commerce Store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81000" y="1143000"/>
            <a:ext cx="85496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FC3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online shopping for bags, shoes &amp; more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81000" y="2560439"/>
            <a:ext cx="2662833" cy="1180951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2712839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3400" y="3170039"/>
            <a:ext cx="2405193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Variants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3400" y="3429000"/>
            <a:ext cx="240519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colors and sizes for each product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72433" y="2560439"/>
            <a:ext cx="2618631" cy="1180951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24833" y="2712839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4FC3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24833" y="3170039"/>
            <a:ext cx="236010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Payment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4833" y="3429000"/>
            <a:ext cx="236010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transfer with account details popup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19664" y="2560439"/>
            <a:ext cx="2643485" cy="1180951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72064" y="2712839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48BB7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72064" y="3170039"/>
            <a:ext cx="2385459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Contact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72064" y="3429000"/>
            <a:ext cx="238545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chat to confirm payment &amp; delivery</a:t>
            </a:r>
            <a:endParaRPr lang="en-US" sz="900" dirty="0"/>
          </a:p>
        </p:txBody>
      </p:sp>
      <p:pic>
        <p:nvPicPr>
          <p:cNvPr id="16" name="Image 0" descr="/tmp/rasterized-gradient-84c7d8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3931890"/>
            <a:ext cx="8382000" cy="594271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91490" y="4122390"/>
            <a:ext cx="81610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build your perfect online store →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81000" y="4781550"/>
            <a:ext cx="19098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for [Client Name] | December 2025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647700"/>
            <a:ext cx="53921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Showcase with Variants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81000" y="1148953"/>
            <a:ext cx="3669060" cy="3798243"/>
          </a:xfrm>
          <a:prstGeom prst="roundRect">
            <a:avLst>
              <a:gd name="adj" fmla="val 2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33400" y="1301353"/>
            <a:ext cx="3364260" cy="1714500"/>
          </a:xfrm>
          <a:prstGeom prst="roundRect">
            <a:avLst>
              <a:gd name="adj" fmla="val 4444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3130153"/>
            <a:ext cx="3431545" cy="20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spcAft>
                <a:spcPts val="450"/>
              </a:spcAft>
              <a:buNone/>
            </a:pPr>
            <a:r>
              <a:rPr lang="en-US" sz="135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 Leather Bag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33400" y="3392984"/>
            <a:ext cx="34315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900"/>
              </a:spcAft>
              <a:buNone/>
            </a:pPr>
            <a:r>
              <a:rPr lang="en-US" sz="97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quality, handcrafted design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533400" y="3680520"/>
            <a:ext cx="34315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Colors: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3400" y="389766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 w="19050">
            <a:solidFill>
              <a:srgbClr val="FF6B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14400" y="389766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8B4513"/>
          </a:solidFill>
          <a:ln w="19050">
            <a:solidFill>
              <a:srgbClr val="DDDD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295400" y="389766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DC143C"/>
          </a:solidFill>
          <a:ln w="19050">
            <a:solidFill>
              <a:srgbClr val="DDDD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76400" y="3897660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1A237E"/>
          </a:solidFill>
          <a:ln w="19050">
            <a:solidFill>
              <a:srgbClr val="DDDD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33400" y="4316760"/>
            <a:ext cx="34315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Sizes: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3400" y="4533900"/>
            <a:ext cx="508248" cy="260896"/>
          </a:xfrm>
          <a:prstGeom prst="roundRect">
            <a:avLst>
              <a:gd name="adj" fmla="val 14604"/>
            </a:avLst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7700" y="4591050"/>
            <a:ext cx="2852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1117848" y="4533900"/>
            <a:ext cx="601266" cy="260896"/>
          </a:xfrm>
          <a:prstGeom prst="roundRect">
            <a:avLst>
              <a:gd name="adj" fmla="val 14604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2148" y="4591050"/>
            <a:ext cx="38011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1795314" y="4533900"/>
            <a:ext cx="496639" cy="260896"/>
          </a:xfrm>
          <a:prstGeom prst="roundRect">
            <a:avLst>
              <a:gd name="adj" fmla="val 14604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909614" y="4591050"/>
            <a:ext cx="2734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</a:t>
            </a:r>
            <a:endParaRPr lang="en-US" sz="825" dirty="0"/>
          </a:p>
        </p:txBody>
      </p:sp>
      <p:pic>
        <p:nvPicPr>
          <p:cNvPr id="19" name="Image 0" descr="/tmp/rasterized-gradient-78ac5c6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8660" y="1766888"/>
            <a:ext cx="4484340" cy="504825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431060" y="1919288"/>
            <a:ext cx="42631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Flexible Product System</a:t>
            </a:r>
            <a:endParaRPr lang="en-US" sz="1125" dirty="0"/>
          </a:p>
        </p:txBody>
      </p:sp>
      <p:sp>
        <p:nvSpPr>
          <p:cNvPr id="21" name="Text 18"/>
          <p:cNvSpPr/>
          <p:nvPr/>
        </p:nvSpPr>
        <p:spPr>
          <a:xfrm>
            <a:off x="4278660" y="2405063"/>
            <a:ext cx="57150" cy="381000"/>
          </a:xfrm>
          <a:prstGeom prst="rect">
            <a:avLst/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412010" y="2405063"/>
            <a:ext cx="44380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Color Options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412010" y="2595563"/>
            <a:ext cx="44380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product can have unlimited color variants with visual color swatches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278660" y="2919413"/>
            <a:ext cx="57150" cy="381000"/>
          </a:xfrm>
          <a:prstGeom prst="rect">
            <a:avLst/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412010" y="2919413"/>
            <a:ext cx="44380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Variations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412010" y="3109913"/>
            <a:ext cx="44380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Flexible sizing system for bags (S/M/L) and shoes (EU/US sizes)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278660" y="3433763"/>
            <a:ext cx="57150" cy="381000"/>
          </a:xfrm>
          <a:prstGeom prst="rect">
            <a:avLst/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412010" y="3433763"/>
            <a:ext cx="44380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Expand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4412010" y="3624263"/>
            <a:ext cx="44380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new product categories anytime - accessories, clothing, or anything else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278660" y="3948112"/>
            <a:ext cx="57150" cy="381000"/>
          </a:xfrm>
          <a:prstGeom prst="rect">
            <a:avLst/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412010" y="3948112"/>
            <a:ext cx="44380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Management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412010" y="4138613"/>
            <a:ext cx="443801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stock for each color-size combination independently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81000" y="4781550"/>
            <a:ext cx="237088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can have any combination of colors and sizes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62235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Shopping Flow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81000" y="909935"/>
            <a:ext cx="2438400" cy="147801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438400" y="102423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1062335"/>
            <a:ext cx="2176272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spcAft>
                <a:spcPts val="300"/>
              </a:spcAft>
              <a:buNone/>
            </a:pPr>
            <a:r>
              <a:rPr lang="en-US" sz="2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🛍️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33400" y="1675656"/>
            <a:ext cx="21762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&amp; Select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533400" y="1942356"/>
            <a:ext cx="2176272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browses products and chooses color &amp; size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2969514" y="909935"/>
            <a:ext cx="2331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52800" y="909935"/>
            <a:ext cx="2438400" cy="147801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10200" y="102423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05200" y="1062335"/>
            <a:ext cx="2176272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spcAft>
                <a:spcPts val="300"/>
              </a:spcAft>
              <a:buNone/>
            </a:pPr>
            <a:r>
              <a:rPr lang="en-US" sz="2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505200" y="1675656"/>
            <a:ext cx="21762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Cart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3505200" y="1942356"/>
            <a:ext cx="2176272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added to shopping cart with selected variants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5941314" y="909935"/>
            <a:ext cx="2331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24600" y="909935"/>
            <a:ext cx="2438400" cy="147801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382000" y="102423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77000" y="1135559"/>
            <a:ext cx="2176272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spcAft>
                <a:spcPts val="300"/>
              </a:spcAft>
              <a:buNone/>
            </a:pPr>
            <a:r>
              <a:rPr lang="en-US" sz="2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477000" y="1748879"/>
            <a:ext cx="21762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6477000" y="2015579"/>
            <a:ext cx="217627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order and proceed to payment</a:t>
            </a:r>
            <a:endParaRPr lang="en-US" sz="825" dirty="0"/>
          </a:p>
        </p:txBody>
      </p:sp>
      <p:pic>
        <p:nvPicPr>
          <p:cNvPr id="20" name="Image 0" descr="/tmp/rasterized-gradient-0698bec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2578447"/>
            <a:ext cx="4095750" cy="449461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14350" y="2711797"/>
            <a:ext cx="390563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 Payment Instructions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81000" y="3142208"/>
            <a:ext cx="4095750" cy="1476375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FF6B6B"/>
            </a:solidFill>
          </a:ln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552450" y="3313658"/>
            <a:ext cx="38279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Transfer Details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52450" y="3466058"/>
            <a:ext cx="3752850" cy="847725"/>
          </a:xfrm>
          <a:prstGeom prst="roundRect">
            <a:avLst>
              <a:gd name="adj" fmla="val 6742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52450" y="4313783"/>
            <a:ext cx="38279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this amount and click the button below after payment</a:t>
            </a:r>
            <a:endParaRPr lang="en-US" sz="750" dirty="0"/>
          </a:p>
        </p:txBody>
      </p:sp>
      <p:pic>
        <p:nvPicPr>
          <p:cNvPr id="26" name="Image 1" descr="/tmp/rasterized-gradient-1c3f50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578447"/>
            <a:ext cx="4095750" cy="449461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800600" y="2711797"/>
            <a:ext cx="390563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Confirm Payment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667250" y="3142208"/>
            <a:ext cx="4095750" cy="2005757"/>
          </a:xfrm>
          <a:prstGeom prst="roundRect">
            <a:avLst>
              <a:gd name="adj" fmla="val 3799"/>
            </a:avLst>
          </a:prstGeom>
          <a:solidFill>
            <a:srgbClr val="FFFFFF"/>
          </a:solidFill>
          <a:ln w="19050">
            <a:solidFill>
              <a:srgbClr val="48BB78"/>
            </a:solidFill>
          </a:ln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4801172" y="3313658"/>
            <a:ext cx="382790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40"/>
              </a:lnSpc>
              <a:buNone/>
            </a:pPr>
            <a:r>
              <a:rPr lang="en-US" sz="3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3600" dirty="0"/>
          </a:p>
        </p:txBody>
      </p:sp>
      <p:sp>
        <p:nvSpPr>
          <p:cNvPr id="30" name="Text 26"/>
          <p:cNvSpPr/>
          <p:nvPr/>
        </p:nvSpPr>
        <p:spPr>
          <a:xfrm>
            <a:off x="4801172" y="3953619"/>
            <a:ext cx="38279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Made?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4801172" y="4106019"/>
            <a:ext cx="38279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button below to notify us via WhatsApp</a:t>
            </a:r>
            <a:endParaRPr lang="en-US" sz="825" dirty="0"/>
          </a:p>
        </p:txBody>
      </p:sp>
      <p:sp>
        <p:nvSpPr>
          <p:cNvPr id="32" name="Text 28"/>
          <p:cNvSpPr/>
          <p:nvPr/>
        </p:nvSpPr>
        <p:spPr>
          <a:xfrm>
            <a:off x="4838700" y="4252615"/>
            <a:ext cx="3752850" cy="400050"/>
          </a:xfrm>
          <a:prstGeom prst="roundRect">
            <a:avLst>
              <a:gd name="adj" fmla="val 19048"/>
            </a:avLst>
          </a:prstGeom>
          <a:solidFill>
            <a:srgbClr val="25D36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4838700" y="4652665"/>
            <a:ext cx="3752850" cy="323850"/>
          </a:xfrm>
          <a:prstGeom prst="roundRect">
            <a:avLst>
              <a:gd name="adj" fmla="val 1764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4898327" y="4747915"/>
            <a:ext cx="363359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confirm your payment and arrange delivery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381000" y="4781550"/>
            <a:ext cx="355708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popup appears after checkout | WhatsApp link pre-filled with order details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647700"/>
            <a:ext cx="55766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Technology Stack</a:t>
            </a:r>
            <a:endParaRPr lang="en-US" sz="2700" dirty="0"/>
          </a:p>
        </p:txBody>
      </p:sp>
      <p:pic>
        <p:nvPicPr>
          <p:cNvPr id="3" name="Image 0" descr="/tmp/rasterized-gradient-711da7b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656904"/>
            <a:ext cx="4076700" cy="4494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14350" y="1790254"/>
            <a:ext cx="388620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Best Choice: React + Next.js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81000" y="2239714"/>
            <a:ext cx="4076700" cy="2161133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33400" y="2392114"/>
            <a:ext cx="38473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Stack?</a:t>
            </a:r>
            <a:endParaRPr lang="en-US" sz="1125" dirty="0"/>
          </a:p>
        </p:txBody>
      </p:sp>
      <p:sp>
        <p:nvSpPr>
          <p:cNvPr id="7" name="Text 4"/>
          <p:cNvSpPr/>
          <p:nvPr/>
        </p:nvSpPr>
        <p:spPr>
          <a:xfrm>
            <a:off x="753368" y="2554039"/>
            <a:ext cx="362297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Control &amp; Flexibility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753368" y="2746325"/>
            <a:ext cx="36229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payment flow and WhatsApp integration exactly as you want it</a:t>
            </a:r>
            <a:endParaRPr lang="en-US" sz="825" dirty="0"/>
          </a:p>
        </p:txBody>
      </p:sp>
      <p:sp>
        <p:nvSpPr>
          <p:cNvPr id="9" name="Text 6"/>
          <p:cNvSpPr/>
          <p:nvPr/>
        </p:nvSpPr>
        <p:spPr>
          <a:xfrm>
            <a:off x="753368" y="2892921"/>
            <a:ext cx="362297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&amp; Fast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753368" y="3085207"/>
            <a:ext cx="36229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Lightning-fast page loads and smooth user experience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753368" y="3231803"/>
            <a:ext cx="362297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Scale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753368" y="3424089"/>
            <a:ext cx="36229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new features, product categories, and payment methods anytime</a:t>
            </a:r>
            <a:endParaRPr lang="en-US" sz="825" dirty="0"/>
          </a:p>
        </p:txBody>
      </p:sp>
      <p:sp>
        <p:nvSpPr>
          <p:cNvPr id="13" name="Text 10"/>
          <p:cNvSpPr/>
          <p:nvPr/>
        </p:nvSpPr>
        <p:spPr>
          <a:xfrm>
            <a:off x="753368" y="3570684"/>
            <a:ext cx="362297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Mobile-Friendly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753368" y="3762970"/>
            <a:ext cx="36229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on phones, tablets, and desktops</a:t>
            </a:r>
            <a:endParaRPr lang="en-US" sz="825" dirty="0"/>
          </a:p>
        </p:txBody>
      </p:sp>
      <p:sp>
        <p:nvSpPr>
          <p:cNvPr id="15" name="Text 12"/>
          <p:cNvSpPr/>
          <p:nvPr/>
        </p:nvSpPr>
        <p:spPr>
          <a:xfrm>
            <a:off x="753368" y="3909566"/>
            <a:ext cx="362297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Developer Knows It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753368" y="4101852"/>
            <a:ext cx="362297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development with familiar technology</a:t>
            </a:r>
            <a:endParaRPr lang="en-US" sz="825" dirty="0"/>
          </a:p>
        </p:txBody>
      </p:sp>
      <p:pic>
        <p:nvPicPr>
          <p:cNvPr id="17" name="Image 1" descr="/tmp/rasterized-gradient-5ec2cbc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1029146"/>
            <a:ext cx="4076700" cy="449461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819650" y="1162496"/>
            <a:ext cx="3886200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Options (Not Recommended)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686300" y="1611957"/>
            <a:ext cx="4076700" cy="778966"/>
          </a:xfrm>
          <a:prstGeom prst="roundRect">
            <a:avLst>
              <a:gd name="adj" fmla="val 97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4838700" y="1778645"/>
            <a:ext cx="18658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+ WooCommerce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838700" y="1945332"/>
            <a:ext cx="384733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Pros: Quick setup, many plugins</a:t>
            </a:r>
            <a:endParaRPr lang="en-US" sz="825" dirty="0"/>
          </a:p>
        </p:txBody>
      </p:sp>
      <p:sp>
        <p:nvSpPr>
          <p:cNvPr id="22" name="Text 18"/>
          <p:cNvSpPr/>
          <p:nvPr/>
        </p:nvSpPr>
        <p:spPr>
          <a:xfrm>
            <a:off x="4838700" y="2091928"/>
            <a:ext cx="384733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Cons: Hard to customize payment popup, less flexible</a:t>
            </a:r>
            <a:endParaRPr lang="en-US" sz="825" dirty="0"/>
          </a:p>
        </p:txBody>
      </p:sp>
      <p:sp>
        <p:nvSpPr>
          <p:cNvPr id="23" name="Text 19"/>
          <p:cNvSpPr/>
          <p:nvPr/>
        </p:nvSpPr>
        <p:spPr>
          <a:xfrm>
            <a:off x="4686300" y="2524274"/>
            <a:ext cx="4076700" cy="778966"/>
          </a:xfrm>
          <a:prstGeom prst="roundRect">
            <a:avLst>
              <a:gd name="adj" fmla="val 97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4838700" y="2690961"/>
            <a:ext cx="11186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ASP.NET MVC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4838700" y="2857649"/>
            <a:ext cx="384733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Pros: Enterprise-grade, powerful</a:t>
            </a:r>
            <a:endParaRPr lang="en-US" sz="825" dirty="0"/>
          </a:p>
        </p:txBody>
      </p:sp>
      <p:sp>
        <p:nvSpPr>
          <p:cNvPr id="26" name="Text 22"/>
          <p:cNvSpPr/>
          <p:nvPr/>
        </p:nvSpPr>
        <p:spPr>
          <a:xfrm>
            <a:off x="4838700" y="3004245"/>
            <a:ext cx="384733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Cons: Too complex for this project, slower development</a:t>
            </a:r>
            <a:endParaRPr lang="en-US" sz="825" dirty="0"/>
          </a:p>
        </p:txBody>
      </p:sp>
      <p:sp>
        <p:nvSpPr>
          <p:cNvPr id="27" name="Text 23"/>
          <p:cNvSpPr/>
          <p:nvPr/>
        </p:nvSpPr>
        <p:spPr>
          <a:xfrm>
            <a:off x="4686300" y="3436590"/>
            <a:ext cx="4076700" cy="778966"/>
          </a:xfrm>
          <a:prstGeom prst="roundRect">
            <a:avLst>
              <a:gd name="adj" fmla="val 97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4838700" y="3603278"/>
            <a:ext cx="15811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HTML + JavaScript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838700" y="3769965"/>
            <a:ext cx="384733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Pros: Simple, lightweight</a:t>
            </a:r>
            <a:endParaRPr lang="en-US" sz="825" dirty="0"/>
          </a:p>
        </p:txBody>
      </p:sp>
      <p:sp>
        <p:nvSpPr>
          <p:cNvPr id="30" name="Text 26"/>
          <p:cNvSpPr/>
          <p:nvPr/>
        </p:nvSpPr>
        <p:spPr>
          <a:xfrm>
            <a:off x="4838700" y="3916561"/>
            <a:ext cx="384733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Cons: Hard to maintain as site grows, no modern features</a:t>
            </a:r>
            <a:endParaRPr lang="en-US" sz="825" dirty="0"/>
          </a:p>
        </p:txBody>
      </p:sp>
      <p:sp>
        <p:nvSpPr>
          <p:cNvPr id="31" name="Text 27"/>
          <p:cNvSpPr/>
          <p:nvPr/>
        </p:nvSpPr>
        <p:spPr>
          <a:xfrm>
            <a:off x="4686300" y="4348907"/>
            <a:ext cx="4076700" cy="679996"/>
          </a:xfrm>
          <a:prstGeom prst="roundRect">
            <a:avLst>
              <a:gd name="adj" fmla="val 11206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8"/>
          <p:cNvSpPr/>
          <p:nvPr/>
        </p:nvSpPr>
        <p:spPr>
          <a:xfrm>
            <a:off x="4800600" y="4463207"/>
            <a:ext cx="39250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Details:</a:t>
            </a:r>
            <a:endParaRPr lang="en-US" sz="825" dirty="0"/>
          </a:p>
        </p:txBody>
      </p:sp>
      <p:sp>
        <p:nvSpPr>
          <p:cNvPr id="33" name="Text 29"/>
          <p:cNvSpPr/>
          <p:nvPr/>
        </p:nvSpPr>
        <p:spPr>
          <a:xfrm>
            <a:off x="4800600" y="4647902"/>
            <a:ext cx="39250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TypeScript, Next.js, Tailwind CSS</a:t>
            </a:r>
            <a:endParaRPr lang="en-US" sz="750" dirty="0"/>
          </a:p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 PostgreSQL or MongoDB</a:t>
            </a:r>
            <a:endParaRPr lang="en-US" sz="750" dirty="0"/>
          </a:p>
        </p:txBody>
      </p:sp>
      <p:sp>
        <p:nvSpPr>
          <p:cNvPr id="34" name="Text 30"/>
          <p:cNvSpPr/>
          <p:nvPr/>
        </p:nvSpPr>
        <p:spPr>
          <a:xfrm>
            <a:off x="381000" y="4781550"/>
            <a:ext cx="2284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your requirements and developer expertise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774650"/>
            <a:ext cx="49549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Timeline &amp; Next Steps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81000" y="1560314"/>
            <a:ext cx="417766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Timeline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1000" y="1857375"/>
            <a:ext cx="4095750" cy="803821"/>
          </a:xfrm>
          <a:prstGeom prst="roundRect">
            <a:avLst>
              <a:gd name="adj" fmla="val 94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0050" y="1857375"/>
            <a:ext cx="0" cy="803821"/>
          </a:xfrm>
          <a:prstGeom prst="line">
            <a:avLst/>
          </a:prstGeom>
          <a:noFill/>
          <a:ln w="38100">
            <a:solidFill>
              <a:srgbClr val="FF6B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1500" y="2009775"/>
            <a:ext cx="563761" cy="209550"/>
          </a:xfrm>
          <a:prstGeom prst="roundRect">
            <a:avLst>
              <a:gd name="adj" fmla="val 18182"/>
            </a:avLst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47700" y="2047875"/>
            <a:ext cx="419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71500" y="2219325"/>
            <a:ext cx="38279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&amp; Planning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571500" y="2362200"/>
            <a:ext cx="38279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Mockups, database design, project setup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381000" y="2775496"/>
            <a:ext cx="4095750" cy="803821"/>
          </a:xfrm>
          <a:prstGeom prst="roundRect">
            <a:avLst>
              <a:gd name="adj" fmla="val 94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00050" y="2775496"/>
            <a:ext cx="0" cy="803821"/>
          </a:xfrm>
          <a:prstGeom prst="line">
            <a:avLst/>
          </a:prstGeom>
          <a:noFill/>
          <a:ln w="381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" y="2927896"/>
            <a:ext cx="563761" cy="209550"/>
          </a:xfrm>
          <a:prstGeom prst="roundRect">
            <a:avLst>
              <a:gd name="adj" fmla="val 18182"/>
            </a:avLst>
          </a:prstGeom>
          <a:solidFill>
            <a:srgbClr val="4FC3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7700" y="2965996"/>
            <a:ext cx="419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3-4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71500" y="3137446"/>
            <a:ext cx="38279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Development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571500" y="3280321"/>
            <a:ext cx="38279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catalog, cart, payment system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381000" y="3693616"/>
            <a:ext cx="4095750" cy="803821"/>
          </a:xfrm>
          <a:prstGeom prst="roundRect">
            <a:avLst>
              <a:gd name="adj" fmla="val 94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00050" y="3693616"/>
            <a:ext cx="0" cy="803821"/>
          </a:xfrm>
          <a:prstGeom prst="line">
            <a:avLst/>
          </a:prstGeom>
          <a:noFill/>
          <a:ln w="38100">
            <a:solidFill>
              <a:srgbClr val="48BB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" y="3846016"/>
            <a:ext cx="563761" cy="209550"/>
          </a:xfrm>
          <a:prstGeom prst="roundRect">
            <a:avLst>
              <a:gd name="adj" fmla="val 18182"/>
            </a:avLst>
          </a:prstGeom>
          <a:solidFill>
            <a:srgbClr val="48BB7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7700" y="3884116"/>
            <a:ext cx="419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5-6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71500" y="4055566"/>
            <a:ext cx="38279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Launch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571500" y="4198441"/>
            <a:ext cx="38279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integration, testing, go live</a:t>
            </a:r>
            <a:endParaRPr lang="en-US" sz="825" dirty="0"/>
          </a:p>
        </p:txBody>
      </p:sp>
      <p:pic>
        <p:nvPicPr>
          <p:cNvPr id="22" name="Image 0" descr="/tmp/rasterized-gradient-dda15d5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0" y="1422350"/>
            <a:ext cx="4095750" cy="666601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762310" y="1555700"/>
            <a:ext cx="3905631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40"/>
              </a:lnSpc>
              <a:spcAft>
                <a:spcPts val="45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Start?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762310" y="1795611"/>
            <a:ext cx="39056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build your online store!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667250" y="2203252"/>
            <a:ext cx="4095750" cy="1336774"/>
          </a:xfrm>
          <a:prstGeom prst="roundRect">
            <a:avLst>
              <a:gd name="adj" fmla="val 57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4819650" y="2355652"/>
            <a:ext cx="38667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You'll Get: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819650" y="2508052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Product catalog with variants</a:t>
            </a:r>
            <a:endParaRPr lang="en-US" sz="825" dirty="0"/>
          </a:p>
        </p:txBody>
      </p:sp>
      <p:sp>
        <p:nvSpPr>
          <p:cNvPr id="28" name="Text 25"/>
          <p:cNvSpPr/>
          <p:nvPr/>
        </p:nvSpPr>
        <p:spPr>
          <a:xfrm>
            <a:off x="4819650" y="2654647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Shopping cart &amp; checkout</a:t>
            </a:r>
            <a:endParaRPr lang="en-US" sz="825" dirty="0"/>
          </a:p>
        </p:txBody>
      </p:sp>
      <p:sp>
        <p:nvSpPr>
          <p:cNvPr id="29" name="Text 26"/>
          <p:cNvSpPr/>
          <p:nvPr/>
        </p:nvSpPr>
        <p:spPr>
          <a:xfrm>
            <a:off x="4819650" y="2801243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Payment popup system</a:t>
            </a:r>
            <a:endParaRPr lang="en-US" sz="825" dirty="0"/>
          </a:p>
        </p:txBody>
      </p:sp>
      <p:sp>
        <p:nvSpPr>
          <p:cNvPr id="30" name="Text 27"/>
          <p:cNvSpPr/>
          <p:nvPr/>
        </p:nvSpPr>
        <p:spPr>
          <a:xfrm>
            <a:off x="4819650" y="2947839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WhatsApp integration</a:t>
            </a:r>
            <a:endParaRPr lang="en-US" sz="825" dirty="0"/>
          </a:p>
        </p:txBody>
      </p:sp>
      <p:sp>
        <p:nvSpPr>
          <p:cNvPr id="31" name="Text 28"/>
          <p:cNvSpPr/>
          <p:nvPr/>
        </p:nvSpPr>
        <p:spPr>
          <a:xfrm>
            <a:off x="4819650" y="3094434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Mobile-responsive design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4819650" y="3241030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8B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Admin panel</a:t>
            </a:r>
            <a:endParaRPr lang="en-US" sz="825" dirty="0"/>
          </a:p>
        </p:txBody>
      </p:sp>
      <p:sp>
        <p:nvSpPr>
          <p:cNvPr id="33" name="Text 30"/>
          <p:cNvSpPr/>
          <p:nvPr/>
        </p:nvSpPr>
        <p:spPr>
          <a:xfrm>
            <a:off x="4667250" y="3654326"/>
            <a:ext cx="4095750" cy="981075"/>
          </a:xfrm>
          <a:prstGeom prst="roundRect">
            <a:avLst>
              <a:gd name="adj" fmla="val 7767"/>
            </a:avLst>
          </a:prstGeom>
          <a:solidFill>
            <a:srgbClr val="F5F7FA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4819650" y="3806726"/>
            <a:ext cx="3866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Steps:</a:t>
            </a:r>
            <a:endParaRPr lang="en-US" sz="975" dirty="0"/>
          </a:p>
        </p:txBody>
      </p:sp>
      <p:sp>
        <p:nvSpPr>
          <p:cNvPr id="35" name="Text 32"/>
          <p:cNvSpPr/>
          <p:nvPr/>
        </p:nvSpPr>
        <p:spPr>
          <a:xfrm>
            <a:off x="4819650" y="3949601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Approve proposal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4819650" y="4082951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Provide product images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4819650" y="4216301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Share bank details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4819650" y="4349651"/>
            <a:ext cx="3866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We start development!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81000" y="4781550"/>
            <a:ext cx="281051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may vary based on feedback | Questions? Let's discuss!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Store Proposal</dc:title>
  <dc:subject>PptxGenJS Presentation</dc:subject>
  <dc:creator>E-Commerce Proposal</dc:creator>
  <cp:lastModifiedBy>E-Commerce Proposal</cp:lastModifiedBy>
  <cp:revision>1</cp:revision>
  <dcterms:created xsi:type="dcterms:W3CDTF">2025-12-14T15:09:13Z</dcterms:created>
  <dcterms:modified xsi:type="dcterms:W3CDTF">2025-12-14T15:09:13Z</dcterms:modified>
</cp:coreProperties>
</file>